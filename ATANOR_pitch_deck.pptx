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0.ASKIM ALL-VIN/27., ATANOR DEMO/apps/landing/assets/atanor-logo-white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2697480"/>
            <a:ext cx="3108960" cy="905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794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 Your Intelligence.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4892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세계를 이해하는 최초의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56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빌려 쓰는 지능은</a:t>
            </a:r>
            <a:endParaRPr lang="en-US" sz="4000" dirty="0"/>
          </a:p>
          <a:p>
            <a:pPr algn="ctr" indent="0" marL="0">
              <a:lnSpc>
                <a:spcPts val="456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당신의 것이 아닙니다.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빌린다</a:t>
            </a:r>
            <a:pPr algn="ctr" indent="0" marL="0">
              <a:buNone/>
            </a:pPr>
            <a:r>
              <a:rPr lang="en-US" sz="1400" spc="2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</a:t>
            </a:r>
            <a:pPr algn="ctr" indent="0" marL="0">
              <a:buNone/>
            </a:pPr>
            <a:r>
              <a:rPr lang="en-US" sz="1400" spc="2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지어낸다</a:t>
            </a:r>
            <a:pPr algn="ctr" indent="0" marL="0">
              <a:buNone/>
            </a:pPr>
            <a:r>
              <a:rPr lang="en-US" sz="1400" spc="2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</a:t>
            </a:r>
            <a:pPr algn="ctr" indent="0" marL="0">
              <a:buNone/>
            </a:pPr>
            <a:r>
              <a:rPr lang="en-US" sz="1400" spc="2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감시당한다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56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반대로</a:t>
            </a:r>
            <a:endParaRPr lang="en-US" sz="4000" dirty="0"/>
          </a:p>
          <a:p>
            <a:pPr algn="ctr" indent="0" marL="0">
              <a:lnSpc>
                <a:spcPts val="456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지었습니다.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4434840"/>
            <a:ext cx="94484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지식만으로 답하고, 당신의 기기에서 돌고, 구조적으로 지어낼 수 없는 그래프 기반 AI.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10515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마음을 짓는 두 가지 방법.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48" y="2880360"/>
            <a:ext cx="0" cy="2880360"/>
          </a:xfrm>
          <a:prstGeom prst="line">
            <a:avLst/>
          </a:prstGeom>
          <a:noFill/>
          <a:ln w="12700">
            <a:solidFill>
              <a:srgbClr val="2222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788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 LLM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단어를 예측한다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788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ATANOR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증거를 밝힌다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4531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확률적 토큰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502005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GPU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55869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 서버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3886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44531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인용 + 증서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502005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· 1GB RAM부터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55869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당신의 기기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PROPHETA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928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세계를, 20GB에.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4343400"/>
            <a:ext cx="94484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모델보다 180배 작게. 인터넷 없이. 그리고 환각 없이.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123444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피질,</a:t>
            </a:r>
            <a:endParaRPr lang="en-US" sz="30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정직한 마음.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SPLATRA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AlphaFramer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66160" y="4343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VibeCode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09360" y="4343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5256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PROPHETA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052560" y="4343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0.ASKIM ALL-VIN/27., ATANOR DEMO/apps/landing/assets/atanor-logo-white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48" y="2331720"/>
            <a:ext cx="182880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AGI의 시작.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0" y="3886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E7E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빌리는 게 아니라, 소유하는.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52120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55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atanor.kr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2026-07-13T16:49:31Z</dcterms:created>
  <dcterms:modified xsi:type="dcterms:W3CDTF">2026-07-13T16:49:31Z</dcterms:modified>
</cp:coreProperties>
</file>